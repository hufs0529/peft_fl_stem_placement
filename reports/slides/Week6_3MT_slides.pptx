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Shrinking AI to fit your phone —</a:t>
            </a:r>
          </a:p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does messy data make it worse?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611880"/>
            <a:ext cx="9326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6B7280"/>
                </a:solidFill>
                <a:latin typeface="Calibri"/>
              </a:rPr>
              <a:t>Quantisation and data heterogeneity in federated fine-tuning of language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343400"/>
            <a:ext cx="1218895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326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[Your Name]</a:t>
            </a:r>
          </a:p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FOSE7901 STEM Research Placement  ·  Macquarie University</a:t>
            </a:r>
          </a:p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Mentor: [Mentor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Calibri"/>
              </a:rPr>
              <a:t>Squeezing the model costs the same — however messy the data</a:t>
            </a:r>
          </a:p>
        </p:txBody>
      </p:sp>
      <p:pic>
        <p:nvPicPr>
          <p:cNvPr id="3" name="Picture 2" descr="slide2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61872"/>
            <a:ext cx="7635240" cy="43629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417320"/>
            <a:ext cx="3794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24 experiments · 34 GPU-hours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2103120"/>
            <a:ext cx="3794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A580C"/>
                </a:solidFill>
                <a:latin typeface="Calibri"/>
              </a:rPr>
              <a:t>8-bit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606040"/>
            <a:ext cx="3794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no measurable loss in quality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but 2.2× slower to 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657600"/>
            <a:ext cx="3794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59669"/>
                </a:solidFill>
                <a:latin typeface="Calibri"/>
              </a:rPr>
              <a:t>4-bit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4160520"/>
            <a:ext cx="3794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smallest memory footprint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but ~6% more mistakes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55680" cy="7315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Calibri"/>
              </a:rPr>
              <a:t>So choose how hard to squeeze from your hardware — not from your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