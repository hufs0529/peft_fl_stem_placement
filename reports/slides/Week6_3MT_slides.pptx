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Shrinking AI to fit your phone —</a:t>
            </a:r>
          </a:p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does messy data make it worse?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611880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>
                <a:solidFill>
                  <a:srgbClr val="6B7280"/>
                </a:solidFill>
                <a:latin typeface="Calibri"/>
              </a:rPr>
              <a:t>Quantisation and data heterogeneity in federated fine-tuning of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343400"/>
            <a:ext cx="1218895" cy="3200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617720"/>
            <a:ext cx="9326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0">
                <a:solidFill>
                  <a:srgbClr val="0F172A"/>
                </a:solidFill>
                <a:latin typeface="Calibri"/>
              </a:rPr>
              <a:t>[Your Name]</a:t>
            </a:r>
          </a:p>
          <a:p>
            <a:pPr algn="ctr">
              <a:lnSpc>
                <a:spcPct val="150000"/>
              </a:lnSpc>
            </a:pPr>
            <a:r>
              <a:rPr sz="1700" b="0">
                <a:solidFill>
                  <a:srgbClr val="0F172A"/>
                </a:solidFill>
                <a:latin typeface="Calibri"/>
              </a:rPr>
              <a:t>FOSE7901 STEM Research Placement  ·  Macquarie University</a:t>
            </a:r>
          </a:p>
          <a:p>
            <a:pPr algn="ctr">
              <a:lnSpc>
                <a:spcPct val="150000"/>
              </a:lnSpc>
            </a:pPr>
            <a:r>
              <a:rPr sz="1700" b="0">
                <a:solidFill>
                  <a:srgbClr val="0F172A"/>
                </a:solidFill>
                <a:latin typeface="Calibri"/>
              </a:rPr>
              <a:t>Mentor: [Mentor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Calibri"/>
              </a:rPr>
              <a:t>Squeezing the model costs no more when the data gets messy</a:t>
            </a:r>
          </a:p>
        </p:txBody>
      </p:sp>
      <p:pic>
        <p:nvPicPr>
          <p:cNvPr id="3" name="Picture 2" descr="slide2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61872"/>
            <a:ext cx="7635240" cy="43629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417320"/>
            <a:ext cx="3794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Calibri"/>
              </a:rPr>
              <a:t>24 experiments · 34 GPU-hours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2103120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580C"/>
                </a:solidFill>
                <a:latin typeface="Calibri"/>
              </a:rPr>
              <a:t>8-bit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606040"/>
            <a:ext cx="3794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no measurable loss in quality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but 2.2× slower to 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3657600"/>
            <a:ext cx="3794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59669"/>
                </a:solidFill>
                <a:latin typeface="Calibri"/>
              </a:rPr>
              <a:t>4-bit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4160520"/>
            <a:ext cx="3794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smallest memory footprint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0F172A"/>
                </a:solidFill>
                <a:latin typeface="Calibri"/>
              </a:rPr>
              <a:t>but ~6% more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806440"/>
            <a:ext cx="1115568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So choose how hard to squeeze from your hardware — not from your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